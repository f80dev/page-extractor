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E94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412480" y="-1097280"/>
            <a:ext cx="5029200" cy="5029200"/>
          </a:xfrm>
          <a:prstGeom prst="rect">
            <a:avLst/>
          </a:prstGeom>
          <a:solidFill>
            <a:srgbClr val="0F34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961120" y="-548640"/>
            <a:ext cx="3749039" cy="3749039"/>
          </a:xfrm>
          <a:prstGeom prst="rect">
            <a:avLst/>
          </a:prstGeom>
          <a:solidFill>
            <a:srgbClr val="1A4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188720"/>
            <a:ext cx="8686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</a:rPr>
              <a:t>Page Extractor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468880"/>
            <a:ext cx="8686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>
                <a:solidFill>
                  <a:srgbClr val="E94547"/>
                </a:solidFill>
              </a:rPr>
              <a:t>Chrome Extension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33756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9A9AA8"/>
                </a:solidFill>
              </a:rPr>
              <a:t>Angular 21 + Angular Material  |  Manifest V3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3093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A9AA8"/>
                </a:solidFill>
              </a:rPr>
              <a:t>v1.0  —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94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2860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</a:rPr>
              <a:t>Le Probleme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703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9A9AA8"/>
                </a:solidFill>
              </a:rPr>
              <a:t>Pourquoi extraire le contenu des pages web ?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4892040"/>
            <a:ext cx="11155680" cy="27432"/>
          </a:xfrm>
          <a:prstGeom prst="rect">
            <a:avLst/>
          </a:prstGeom>
          <a:solidFill>
            <a:srgbClr val="E94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5029200"/>
            <a:ext cx="111556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300"/>
              </a:spcAft>
            </a:pPr>
            <a:r>
              <a:rPr sz="1500">
                <a:solidFill>
                  <a:srgbClr val="FFFFFF"/>
                </a:solidFill>
              </a:rPr>
              <a:t>❌  Sites anti-bot : Cloudflare, Incapsula, reCAPTCHA…</a:t>
            </a:r>
          </a:p>
          <a:p>
            <a:pPr>
              <a:spcBef>
                <a:spcPts val="400"/>
              </a:spcBef>
              <a:spcAft>
                <a:spcPts val="300"/>
              </a:spcAft>
            </a:pPr>
            <a:r>
              <a:rPr sz="1500">
                <a:solidFill>
                  <a:srgbClr val="FFFFFF"/>
                </a:solidFill>
              </a:rPr>
              <a:t>❌  Contenu charge en lazy-load -&gt; scroll obligatoire pour tout voir</a:t>
            </a:r>
          </a:p>
          <a:p>
            <a:pPr>
              <a:spcBef>
                <a:spcPts val="400"/>
              </a:spcBef>
              <a:spcAft>
                <a:spcPts val="300"/>
              </a:spcAft>
            </a:pPr>
            <a:r>
              <a:rPr sz="1500">
                <a:solidFill>
                  <a:srgbClr val="FFFFFF"/>
                </a:solidFill>
              </a:rPr>
              <a:t>❌  Pas d'outil simple pour extraire le contenu structure (titres, paragraphes, tableaux)</a:t>
            </a:r>
          </a:p>
          <a:p>
            <a:pPr>
              <a:spcBef>
                <a:spcPts val="400"/>
              </a:spcBef>
              <a:spcAft>
                <a:spcPts val="300"/>
              </a:spcAft>
            </a:pPr>
            <a:r>
              <a:rPr sz="1500">
                <a:solidFill>
                  <a:srgbClr val="FFFFFF"/>
                </a:solidFill>
              </a:rPr>
              <a:t>❌  Envoi manuel vers un backend = fastidieux, non reproductible</a:t>
            </a:r>
          </a:p>
          <a:p>
            <a:pPr>
              <a:spcBef>
                <a:spcPts val="400"/>
              </a:spcBef>
              <a:spcAft>
                <a:spcPts val="300"/>
              </a:spcAft>
            </a:pPr>
            <a:r>
              <a:rPr sz="1500">
                <a:solidFill>
                  <a:srgbClr val="FFFFFF"/>
                </a:solidFill>
              </a:rPr>
              <a:t>❌  Les scrapers existants modifient le DOM de la page vecue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94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2860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</a:rPr>
              <a:t>Notre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703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9A9AA8"/>
                </a:solidFill>
              </a:rPr>
              <a:t>Une extension Chrome qui extrait, structure et envoie automatiquement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4160520"/>
            <a:ext cx="3520440" cy="23774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4224528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</a:rPr>
              <a:t>🕷️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773168"/>
            <a:ext cx="3337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94547"/>
                </a:solidFill>
              </a:rPr>
              <a:t>Scroll Bot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349240"/>
            <a:ext cx="3337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A9AA8"/>
                </a:solidFill>
              </a:rPr>
              <a:t>Defile la page
comme un humain
pour contourner
les anti-bots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51960" y="4160520"/>
            <a:ext cx="3520440" cy="23774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400" y="4224528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</a:rPr>
              <a:t>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4773168"/>
            <a:ext cx="3337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94547"/>
                </a:solidFill>
              </a:rPr>
              <a:t>Extraction
Semantique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5349240"/>
            <a:ext cx="3337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A9AA8"/>
                </a:solidFill>
              </a:rPr>
              <a:t>Isole titres, textes,
images, liens…
sans modifier
la page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92440" y="4160520"/>
            <a:ext cx="3520440" cy="23774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83879" y="4224528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</a:rPr>
              <a:t>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79" y="4773168"/>
            <a:ext cx="3337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94547"/>
                </a:solidFill>
              </a:rPr>
              <a:t>Envoi JSON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3879" y="5349240"/>
            <a:ext cx="3337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A9AA8"/>
                </a:solidFill>
              </a:rPr>
              <a:t>POST automatique
vers votre web service
avec auth
Bearer/API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94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2860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703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9A9AA8"/>
                </a:solidFill>
              </a:rPr>
              <a:t>Manifest V3 — separation des responsabilites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4160520"/>
            <a:ext cx="2606040" cy="1280160"/>
          </a:xfrm>
          <a:prstGeom prst="rect">
            <a:avLst/>
          </a:prstGeom>
          <a:solidFill>
            <a:srgbClr val="0F34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361688"/>
            <a:ext cx="24231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📱 Popup UI
(Angular)</a:t>
            </a:r>
          </a:p>
        </p:txBody>
      </p:sp>
      <p:sp>
        <p:nvSpPr>
          <p:cNvPr id="8" name="Rectangle 7"/>
          <p:cNvSpPr/>
          <p:nvPr/>
        </p:nvSpPr>
        <p:spPr>
          <a:xfrm>
            <a:off x="3383280" y="4160520"/>
            <a:ext cx="2606040" cy="1280160"/>
          </a:xfrm>
          <a:prstGeom prst="rect">
            <a:avLst/>
          </a:prstGeom>
          <a:solidFill>
            <a:srgbClr val="0F34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0" y="4361688"/>
            <a:ext cx="24231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⚙️ Options
(Angular)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4160520"/>
            <a:ext cx="2606040" cy="1280160"/>
          </a:xfrm>
          <a:prstGeom prst="rect">
            <a:avLst/>
          </a:prstGeom>
          <a:solidFill>
            <a:srgbClr val="0D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4361688"/>
            <a:ext cx="24231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🔧 Content Script
(Vanilla JS)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0" y="4160520"/>
            <a:ext cx="2606040" cy="1280160"/>
          </a:xfrm>
          <a:prstGeom prst="rect">
            <a:avLst/>
          </a:prstGeom>
          <a:solidFill>
            <a:srgbClr val="1A4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18319" y="4361688"/>
            <a:ext cx="24231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⚡ Background
(Service Worker)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1664208" y="3200400"/>
            <a:ext cx="0" cy="960120"/>
          </a:xfrm>
          <a:prstGeom prst="line">
            <a:avLst/>
          </a:prstGeom>
          <a:ln w="25400">
            <a:solidFill>
              <a:srgbClr val="E945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4681728" y="3200400"/>
            <a:ext cx="0" cy="960120"/>
          </a:xfrm>
          <a:prstGeom prst="line">
            <a:avLst/>
          </a:prstGeom>
          <a:ln w="25400">
            <a:solidFill>
              <a:srgbClr val="E945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7699248" y="3200400"/>
            <a:ext cx="0" cy="960120"/>
          </a:xfrm>
          <a:prstGeom prst="line">
            <a:avLst/>
          </a:prstGeom>
          <a:ln w="25400">
            <a:solidFill>
              <a:srgbClr val="E945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0625328" y="3200400"/>
            <a:ext cx="0" cy="960120"/>
          </a:xfrm>
          <a:prstGeom prst="line">
            <a:avLst/>
          </a:prstGeom>
          <a:ln w="25400">
            <a:solidFill>
              <a:srgbClr val="E945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3200400" y="2606040"/>
            <a:ext cx="5788152" cy="502920"/>
          </a:xfrm>
          <a:prstGeom prst="rect">
            <a:avLst/>
          </a:prstGeom>
          <a:solidFill>
            <a:srgbClr val="0F34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0" y="2633472"/>
            <a:ext cx="5788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🌐  Page Web Active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0" y="1691640"/>
            <a:ext cx="3959352" cy="658368"/>
          </a:xfrm>
          <a:prstGeom prst="rect">
            <a:avLst/>
          </a:prstGeom>
          <a:solidFill>
            <a:srgbClr val="1A1A2E"/>
          </a:solidFill>
          <a:ln>
            <a:solidFill>
              <a:srgbClr val="E94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0" y="1737360"/>
            <a:ext cx="395935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chrome.runtime.sendMessage / sendResponse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960120"/>
            <a:ext cx="11430000" cy="502920"/>
          </a:xfrm>
          <a:prstGeom prst="rect">
            <a:avLst/>
          </a:prstGeom>
          <a:solidFill>
            <a:srgbClr val="0F34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987552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POST JSON  -&gt;  Web Service (REST API)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94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2860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</a:rPr>
              <a:t>Donnees Extraites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703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9A9AA8"/>
                </a:solidFill>
              </a:rPr>
              <a:t>JSON structure envoye au web service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4343400"/>
            <a:ext cx="11338560" cy="2148840"/>
          </a:xfrm>
          <a:prstGeom prst="rect">
            <a:avLst/>
          </a:prstGeom>
          <a:solidFill>
            <a:srgbClr val="0D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4407408"/>
            <a:ext cx="110642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9B7C6"/>
                </a:solidFill>
              </a:rPr>
              <a:t>{
  "url": "https://example.com/article",
  "title": "Titre de la page",
  "lang": "fr",
  "extractedAt": "2026-05-30T12:00:00.000Z",
  "content": {
    "headings": [{ "level": 1, "text": "..." }, ...],
    "paragraphs": [{ "index": 0, "text": "..." }, ...],
    "lists": [{ "type": "ul", "items": ["item 1", ...] }, ...],
    "tables": [{ "headers": ["Col1", ...], "rows": [[...], ...] }, ...],
    "images": [{ "src": "https://...", "alt": "Description" }, ...],
    "links": [{ "href": "https://...", "text": "..." }, ...]
  },
  "metadata": { "wordCount": 1240, "readabilityScore": 72 }
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172200"/>
            <a:ext cx="11338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300"/>
              </a:spcAft>
            </a:pPr>
            <a:r>
              <a:rPr sz="1200">
                <a:solidFill>
                  <a:srgbClr val="9A9AA8"/>
                </a:solidFill>
              </a:rPr>
              <a:t>✓  chrome.storage.sync pour la config (URL, token, regles)</a:t>
            </a:r>
          </a:p>
          <a:p>
            <a:pPr>
              <a:spcBef>
                <a:spcPts val="400"/>
              </a:spcBef>
              <a:spcAft>
                <a:spcPts val="300"/>
              </a:spcAft>
            </a:pPr>
            <a:r>
              <a:rPr sz="1200">
                <a:solidFill>
                  <a:srgbClr val="9A9AA8"/>
                </a:solidFill>
              </a:rPr>
              <a:t>✓  chrome.storage.local pour l'historique des requetes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94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2860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</a:rPr>
              <a:t>Interface Popup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703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9A9AA8"/>
                </a:solidFill>
              </a:rPr>
              <a:t>Angular Material — 1 clic pour extraire et envoyer</a:t>
            </a:r>
          </a:p>
        </p:txBody>
      </p:sp>
      <p:sp>
        <p:nvSpPr>
          <p:cNvPr id="6" name="Rectangle 5"/>
          <p:cNvSpPr/>
          <p:nvPr/>
        </p:nvSpPr>
        <p:spPr>
          <a:xfrm>
            <a:off x="3474720" y="4160520"/>
            <a:ext cx="5166360" cy="24231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474720" y="4160520"/>
            <a:ext cx="5166360" cy="438912"/>
          </a:xfrm>
          <a:prstGeom prst="rect">
            <a:avLst/>
          </a:prstGeom>
          <a:solidFill>
            <a:srgbClr val="0F34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11880" y="4197096"/>
            <a:ext cx="4892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📄  Page Extractor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11880" y="4709160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A9AA8"/>
                </a:solidFill>
              </a:rPr>
              <a:t>URL : https://example.com/article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77639" y="5138928"/>
            <a:ext cx="4160520" cy="475488"/>
          </a:xfrm>
          <a:prstGeom prst="rect">
            <a:avLst/>
          </a:prstGeom>
          <a:solidFill>
            <a:srgbClr val="E94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77639" y="5166360"/>
            <a:ext cx="4160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Extraire &amp; Envoyer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5715000"/>
            <a:ext cx="4892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A9AA8"/>
                </a:solidFill>
              </a:rPr>
              <a:t>✓  Dernier envoi : 12:00 — Succes (2.3 kB)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6053328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94547"/>
                </a:solidFill>
              </a:rPr>
              <a:t>⚙️  Options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160520"/>
            <a:ext cx="301752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300"/>
              </a:spcAft>
            </a:pPr>
            <a:r>
              <a:rPr sz="1300">
                <a:solidFill>
                  <a:srgbClr val="FFFFFF"/>
                </a:solidFill>
              </a:rPr>
              <a:t>🕷️  Scroll bot anti-bot intelligent</a:t>
            </a:r>
          </a:p>
          <a:p>
            <a:pPr>
              <a:spcBef>
                <a:spcPts val="400"/>
              </a:spcBef>
              <a:spcAft>
                <a:spcPts val="300"/>
              </a:spcAft>
            </a:pPr>
            <a:r>
              <a:rPr sz="1300">
                <a:solidFill>
                  <a:srgbClr val="FFFFFF"/>
                </a:solidFill>
              </a:rPr>
              <a:t>📄  Extraction semantique du DOM</a:t>
            </a:r>
          </a:p>
          <a:p>
            <a:pPr>
              <a:spcBef>
                <a:spcPts val="400"/>
              </a:spcBef>
              <a:spcAft>
                <a:spcPts val="300"/>
              </a:spcAft>
            </a:pPr>
            <a:r>
              <a:rPr sz="1300">
                <a:solidFill>
                  <a:srgbClr val="FFFFFF"/>
                </a:solidFill>
              </a:rPr>
              <a:t>🔗  Exploration multi-pages (DFS)</a:t>
            </a:r>
          </a:p>
          <a:p>
            <a:pPr>
              <a:spcBef>
                <a:spcPts val="400"/>
              </a:spcBef>
              <a:spcAft>
                <a:spcPts val="300"/>
              </a:spcAft>
            </a:pPr>
            <a:r>
              <a:rPr sz="1300">
                <a:solidFill>
                  <a:srgbClr val="FFFFFF"/>
                </a:solidFill>
              </a:rPr>
              <a:t>🔔  Toast de confirmation / erreur</a:t>
            </a:r>
          </a:p>
          <a:p>
            <a:pPr>
              <a:spcBef>
                <a:spcPts val="400"/>
              </a:spcBef>
              <a:spcAft>
                <a:spcPts val="300"/>
              </a:spcAft>
            </a:pPr>
            <a:r>
              <a:rPr sz="1300">
                <a:solidFill>
                  <a:srgbClr val="FFFFFF"/>
                </a:solidFill>
              </a:rPr>
              <a:t>⚙️  Options configurables</a:t>
            </a:r>
          </a:p>
          <a:p>
            <a:pPr>
              <a:spcBef>
                <a:spcPts val="400"/>
              </a:spcBef>
              <a:spcAft>
                <a:spcPts val="300"/>
              </a:spcAft>
            </a:pPr>
            <a:r>
              <a:rPr sz="1300">
                <a:solidFill>
                  <a:srgbClr val="FFFFFF"/>
                </a:solidFill>
              </a:rPr>
              <a:t>📊  Historique des requetes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94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2860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</a:rPr>
              <a:t>Page Options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703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9A9AA8"/>
                </a:solidFill>
              </a:rPr>
              <a:t>Configuration complete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4160520"/>
            <a:ext cx="484632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300"/>
              </a:spcAft>
            </a:pPr>
            <a:r>
              <a:rPr sz="1400">
                <a:solidFill>
                  <a:srgbClr val="FFFFFF"/>
                </a:solidFill>
              </a:rPr>
              <a:t>🌐  URL du endpoint REST</a:t>
            </a:r>
          </a:p>
          <a:p>
            <a:pPr>
              <a:spcBef>
                <a:spcPts val="400"/>
              </a:spcBef>
              <a:spcAft>
                <a:spcPts val="300"/>
              </a:spcAft>
            </a:pPr>
            <a:r>
              <a:rPr sz="1400">
                <a:solidFill>
                  <a:srgbClr val="FFFFFF"/>
                </a:solidFill>
              </a:rPr>
              <a:t>🔑  Auth Bearer / API Key</a:t>
            </a:r>
          </a:p>
          <a:p>
            <a:pPr>
              <a:spcBef>
                <a:spcPts val="400"/>
              </a:spcBef>
              <a:spcAft>
                <a:spcPts val="300"/>
              </a:spcAft>
            </a:pPr>
            <a:r>
              <a:rPr sz="1400">
                <a:solidFill>
                  <a:srgbClr val="FFFFFF"/>
                </a:solidFill>
              </a:rPr>
              <a:t>📋  Selecteur CSS principal de contenu</a:t>
            </a:r>
          </a:p>
          <a:p>
            <a:pPr>
              <a:spcBef>
                <a:spcPts val="400"/>
              </a:spcBef>
              <a:spcAft>
                <a:spcPts val="300"/>
              </a:spcAft>
            </a:pPr>
            <a:r>
              <a:rPr sz="1400">
                <a:solidFill>
                  <a:srgbClr val="FFFFFF"/>
                </a:solidFill>
              </a:rPr>
              <a:t>🖼️  Inclure les images O/N</a:t>
            </a:r>
          </a:p>
          <a:p>
            <a:pPr>
              <a:spcBef>
                <a:spcPts val="400"/>
              </a:spcBef>
              <a:spcAft>
                <a:spcPts val="300"/>
              </a:spcAft>
            </a:pPr>
            <a:r>
              <a:rPr sz="1400">
                <a:solidFill>
                  <a:srgbClr val="FFFFFF"/>
                </a:solidFill>
              </a:rPr>
              <a:t>🔗  Inclure les liens externes O/N</a:t>
            </a:r>
          </a:p>
          <a:p>
            <a:pPr>
              <a:spcBef>
                <a:spcPts val="400"/>
              </a:spcBef>
              <a:spcAft>
                <a:spcPts val="300"/>
              </a:spcAft>
            </a:pPr>
            <a:r>
              <a:rPr sz="1400">
                <a:solidFill>
                  <a:srgbClr val="FFFFFF"/>
                </a:solidFill>
              </a:rPr>
              <a:t>📜  Historique des 20 dernieres requetes</a:t>
            </a:r>
          </a:p>
          <a:p>
            <a:pPr>
              <a:spcBef>
                <a:spcPts val="400"/>
              </a:spcBef>
              <a:spcAft>
                <a:spcPts val="300"/>
              </a:spcAft>
            </a:pPr>
            <a:r>
              <a:rPr sz="1400">
                <a:solidFill>
                  <a:srgbClr val="FFFFFF"/>
                </a:solidFill>
              </a:rPr>
              <a:t>🛡️  HTTPS only — securite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4160520"/>
            <a:ext cx="5577840" cy="2606040"/>
          </a:xfrm>
          <a:prstGeom prst="rect">
            <a:avLst/>
          </a:prstGeom>
          <a:solidFill>
            <a:srgbClr val="0D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4224528"/>
            <a:ext cx="5303520" cy="43891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427024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A9AA8"/>
                </a:solidFill>
              </a:rPr>
              <a:t>Endpoint URL  :  https://webhook.site/...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5080" y="4754880"/>
            <a:ext cx="5303520" cy="43891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480060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A9AA8"/>
                </a:solidFill>
              </a:rPr>
              <a:t>Auth Type  :  Bearer Token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5080" y="5285232"/>
            <a:ext cx="5303520" cy="43891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5330952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A9AA8"/>
                </a:solidFill>
              </a:rPr>
              <a:t>Token  :  ••••••••••••••••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5080" y="5815583"/>
            <a:ext cx="5303520" cy="43891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5861303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A9AA8"/>
                </a:solidFill>
              </a:rPr>
              <a:t>Selector CSS  :  article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5080" y="5943600"/>
            <a:ext cx="5303520" cy="475488"/>
          </a:xfrm>
          <a:prstGeom prst="rect">
            <a:avLst/>
          </a:prstGeom>
          <a:solidFill>
            <a:srgbClr val="E94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5971032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Enregistrer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94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2860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</a:rPr>
              <a:t>Scroll Bot Anti-Bot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703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9A9AA8"/>
                </a:solidFill>
              </a:rPr>
              <a:t>Defile la page comme un humain pour charger tout le contenu lazy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4892040"/>
            <a:ext cx="11155680" cy="27432"/>
          </a:xfrm>
          <a:prstGeom prst="rect">
            <a:avLst/>
          </a:prstGeom>
          <a:solidFill>
            <a:srgbClr val="0F34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5029200"/>
            <a:ext cx="111556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300"/>
              </a:spcAft>
            </a:pPr>
            <a:r>
              <a:rPr sz="1500">
                <a:solidFill>
                  <a:srgbClr val="FFFFFF"/>
                </a:solidFill>
              </a:rPr>
              <a:t>🕐  Delai initial de 500-1500ms avant le premier scroll</a:t>
            </a:r>
          </a:p>
          <a:p>
            <a:pPr>
              <a:spcBef>
                <a:spcPts val="400"/>
              </a:spcBef>
              <a:spcAft>
                <a:spcPts val="300"/>
              </a:spcAft>
            </a:pPr>
            <a:r>
              <a:rPr sz="1500">
                <a:solidFill>
                  <a:srgbClr val="FFFFFF"/>
                </a:solidFill>
              </a:rPr>
              <a:t>📏  Scroll incrementiel avec variation de vitesse (5-15px/frame)</a:t>
            </a:r>
          </a:p>
          <a:p>
            <a:pPr>
              <a:spcBef>
                <a:spcPts val="400"/>
              </a:spcBef>
              <a:spcAft>
                <a:spcPts val="300"/>
              </a:spcAft>
            </a:pPr>
            <a:r>
              <a:rPr sz="1500">
                <a:solidFill>
                  <a:srgbClr val="FFFFFF"/>
                </a:solidFill>
              </a:rPr>
              <a:t>🧘  Micro-pauses aleatoires (100-400ms) pendant le scroll</a:t>
            </a:r>
          </a:p>
          <a:p>
            <a:pPr>
              <a:spcBef>
                <a:spcPts val="400"/>
              </a:spcBef>
              <a:spcAft>
                <a:spcPts val="300"/>
              </a:spcAft>
            </a:pPr>
            <a:r>
              <a:rPr sz="1500">
                <a:solidFill>
                  <a:srgbClr val="FFFFFF"/>
                </a:solidFill>
              </a:rPr>
              <a:t>🔄  Multiples allers-retours pour declencher les lazy-loaders</a:t>
            </a:r>
          </a:p>
          <a:p>
            <a:pPr>
              <a:spcBef>
                <a:spcPts val="400"/>
              </a:spcBef>
              <a:spcAft>
                <a:spcPts val="300"/>
              </a:spcAft>
            </a:pPr>
            <a:r>
              <a:rPr sz="1500">
                <a:solidFill>
                  <a:srgbClr val="FFFFFF"/>
                </a:solidFill>
              </a:rPr>
              <a:t>🛑  Detection de fin de page via sentinel div + IntersectionObserver</a:t>
            </a:r>
          </a:p>
          <a:p>
            <a:pPr>
              <a:spcBef>
                <a:spcPts val="400"/>
              </a:spcBef>
              <a:spcAft>
                <a:spcPts val="300"/>
              </a:spcAft>
            </a:pPr>
            <a:r>
              <a:rPr sz="1500">
                <a:solidFill>
                  <a:srgbClr val="FFFFFF"/>
                </a:solidFill>
              </a:rPr>
              <a:t>⚙️  Parametres configurables : vitesse, nb passages, delais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94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2860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</a:rPr>
              <a:t>Exploration Multi-Pages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703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9A9AA8"/>
                </a:solidFill>
              </a:rPr>
              <a:t>Parcours en profondeur (DFS) pour extraire plusieurs pages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4892040"/>
            <a:ext cx="11155680" cy="27432"/>
          </a:xfrm>
          <a:prstGeom prst="rect">
            <a:avLst/>
          </a:prstGeom>
          <a:solidFill>
            <a:srgbClr val="0F34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5029200"/>
            <a:ext cx="111556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300"/>
              </a:spcAft>
            </a:pPr>
            <a:r>
              <a:rPr sz="1500">
                <a:solidFill>
                  <a:srgbClr val="FFFFFF"/>
                </a:solidFill>
              </a:rPr>
              <a:t>🌐  Recupere tous les liens de la page via DOM traversal</a:t>
            </a:r>
          </a:p>
          <a:p>
            <a:pPr>
              <a:spcBef>
                <a:spcPts val="400"/>
              </a:spcBef>
              <a:spcAft>
                <a:spcPts val="300"/>
              </a:spcAft>
            </a:pPr>
            <a:r>
              <a:rPr sz="1500">
                <a:solidFill>
                  <a:srgbClr val="FFFFFF"/>
                </a:solidFill>
              </a:rPr>
              <a:t>🔍  Filtre par domaine (same-domain only ou whitelist)</a:t>
            </a:r>
          </a:p>
          <a:p>
            <a:pPr>
              <a:spcBef>
                <a:spcPts val="400"/>
              </a:spcBef>
              <a:spcAft>
                <a:spcPts val="300"/>
              </a:spcAft>
            </a:pPr>
            <a:r>
              <a:rPr sz="1500">
                <a:solidFill>
                  <a:srgbClr val="FFFFFF"/>
                </a:solidFill>
              </a:rPr>
              <a:t>📊  Limite configurable : profondeur max + nombre total de pages</a:t>
            </a:r>
          </a:p>
          <a:p>
            <a:pPr>
              <a:spcBef>
                <a:spcPts val="400"/>
              </a:spcBef>
              <a:spcAft>
                <a:spcPts val="300"/>
              </a:spcAft>
            </a:pPr>
            <a:r>
              <a:rPr sz="1500">
                <a:solidFill>
                  <a:srgbClr val="FFFFFF"/>
                </a:solidFill>
              </a:rPr>
              <a:t>🔄  Parcours DFS iteratif (evite le stack overflow)</a:t>
            </a:r>
          </a:p>
          <a:p>
            <a:pPr>
              <a:spcBef>
                <a:spcPts val="400"/>
              </a:spcBef>
              <a:spcAft>
                <a:spcPts val="300"/>
              </a:spcAft>
            </a:pPr>
            <a:r>
              <a:rPr sz="1500">
                <a:solidFill>
                  <a:srgbClr val="FFFFFF"/>
                </a:solidFill>
              </a:rPr>
              <a:t>⏭️  Ignore les liens deja visités (Set de URLs)</a:t>
            </a:r>
          </a:p>
          <a:p>
            <a:pPr>
              <a:spcBef>
                <a:spcPts val="400"/>
              </a:spcBef>
              <a:spcAft>
                <a:spcPts val="300"/>
              </a:spcAft>
            </a:pPr>
            <a:r>
              <a:rPr sz="1500">
                <a:solidFill>
                  <a:srgbClr val="FFFFFF"/>
                </a:solidFill>
              </a:rPr>
              <a:t>📦  Collecte les resultats page par page en JSON Lines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30936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E94547"/>
                </a:solidFill>
              </a:rPr>
              <a:t>maxDepth=2, maxTotalPages=5  -&gt;  ~5 pages extraites en JSON Lines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94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2860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</a:rPr>
              <a:t>Stack Technique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703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9A9AA8"/>
                </a:solidFill>
              </a:rPr>
              <a:t>Angular 21 + Vanilla JS ES2022+ — architecture moderne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4160520"/>
            <a:ext cx="2743200" cy="24231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4206240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94547"/>
                </a:solidFill>
              </a:rPr>
              <a:t>Frontend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463600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A9AA8"/>
                </a:solidFill>
              </a:rPr>
              <a:t>• Angular 21 standalone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0292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A9AA8"/>
                </a:solidFill>
              </a:rPr>
              <a:t>• Angular Material 21 (M3)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542239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A9AA8"/>
                </a:solidFill>
              </a:rPr>
              <a:t>• Signals — pas de RxJS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5815584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A9AA8"/>
                </a:solidFill>
              </a:rPr>
              <a:t>• @if/@for/@defer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91840" y="4160520"/>
            <a:ext cx="2743200" cy="24231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01568" y="4206240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94547"/>
                </a:solidFill>
              </a:rPr>
              <a:t>Content Script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01568" y="463600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A9AA8"/>
                </a:solidFill>
              </a:rPr>
              <a:t>• Vanilla JS ES2022+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01568" y="50292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A9AA8"/>
                </a:solidFill>
              </a:rPr>
              <a:t>• 4 fichiers : extractor,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01568" y="542239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A9AA8"/>
                </a:solidFill>
              </a:rPr>
              <a:t>• scroll, bridge, finder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01568" y="5815584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A9AA8"/>
                </a:solidFill>
              </a:rPr>
              <a:t>• Aucun framework (scope iso)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4160520"/>
            <a:ext cx="2743200" cy="24231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27648" y="4206240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94547"/>
                </a:solidFill>
              </a:rPr>
              <a:t>Background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7648" y="463600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A9AA8"/>
                </a:solidFill>
              </a:rPr>
              <a:t>• Service Worker (MV3)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27648" y="50292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A9AA8"/>
                </a:solidFill>
              </a:rPr>
              <a:t>• TypeScript compile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27648" y="542239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A9AA8"/>
                </a:solidFill>
              </a:rPr>
              <a:t>• HTTP fetch REST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44000" y="4160520"/>
            <a:ext cx="2743200" cy="24231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53728" y="4206240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94547"/>
                </a:solidFill>
              </a:rPr>
              <a:t>Build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53728" y="463600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A9AA8"/>
                </a:solidFill>
              </a:rPr>
              <a:t>• @angular/cli 21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53728" y="50292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A9AA8"/>
                </a:solidFill>
              </a:rPr>
              <a:t>• ~213 kB bundle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53728" y="542239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A9AA8"/>
                </a:solidFill>
              </a:rPr>
              <a:t>• ~64 kB gzip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94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2860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</a:rPr>
              <a:t>Parcours Utilisateur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703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9A9AA8"/>
                </a:solidFill>
              </a:rPr>
              <a:t>4 clics pour extraire et envoyer une page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4160520"/>
            <a:ext cx="2651760" cy="2423160"/>
          </a:xfrm>
          <a:prstGeom prst="rect">
            <a:avLst/>
          </a:prstGeom>
          <a:solidFill>
            <a:srgbClr val="0F34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25880" y="4206240"/>
            <a:ext cx="777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864608"/>
            <a:ext cx="2514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Installer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285232"/>
            <a:ext cx="2514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Charger dans
Chrome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989320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CCCCCC"/>
                </a:solidFill>
              </a:rPr>
              <a:t>chrome://extensions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5047488"/>
            <a:ext cx="365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E94547"/>
                </a:solidFill>
              </a:rPr>
              <a:t>-&gt;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91840" y="4160520"/>
            <a:ext cx="2651760" cy="2423160"/>
          </a:xfrm>
          <a:prstGeom prst="rect">
            <a:avLst/>
          </a:prstGeom>
          <a:solidFill>
            <a:srgbClr val="0F34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51960" y="4206240"/>
            <a:ext cx="777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4864608"/>
            <a:ext cx="2514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Configurer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5285232"/>
            <a:ext cx="2514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Options -&gt;
Endpoint + Token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5989320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CCCCCC"/>
                </a:solidFill>
              </a:rPr>
              <a:t>⚙️ Options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5047488"/>
            <a:ext cx="365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E94547"/>
                </a:solidFill>
              </a:rPr>
              <a:t>-&gt;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4160520"/>
            <a:ext cx="2651760" cy="2423160"/>
          </a:xfrm>
          <a:prstGeom prst="rect">
            <a:avLst/>
          </a:prstGeom>
          <a:solidFill>
            <a:srgbClr val="0F34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78040" y="4206240"/>
            <a:ext cx="777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4864608"/>
            <a:ext cx="2514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Naviguer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5285232"/>
            <a:ext cx="2514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Aller sur la
page cible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5989320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CCCCCC"/>
                </a:solidFill>
              </a:rPr>
              <a:t>🌐 Page web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0" y="5047488"/>
            <a:ext cx="365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E94547"/>
                </a:solidFill>
              </a:rPr>
              <a:t>-&gt;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00" y="4160520"/>
            <a:ext cx="2651760" cy="2423160"/>
          </a:xfrm>
          <a:prstGeom prst="rect">
            <a:avLst/>
          </a:prstGeom>
          <a:solidFill>
            <a:srgbClr val="E94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104120" y="4206240"/>
            <a:ext cx="777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5440" y="4864608"/>
            <a:ext cx="2514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Extraire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5440" y="5285232"/>
            <a:ext cx="2514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Popup -&gt;
Extraire &amp; Envoyer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35440" y="5989320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CCCCCC"/>
                </a:solidFill>
              </a:rPr>
              <a:t>📄 Envoye ✓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94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2860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</a:rPr>
              <a:t>Disponibilite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703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9A9AA8"/>
                </a:solidFill>
              </a:rPr>
              <a:t>Projet open source — gratuit pour usage interne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4892040"/>
            <a:ext cx="11155680" cy="27432"/>
          </a:xfrm>
          <a:prstGeom prst="rect">
            <a:avLst/>
          </a:prstGeom>
          <a:solidFill>
            <a:srgbClr val="0F34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5029200"/>
            <a:ext cx="111556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300"/>
              </a:spcAft>
            </a:pPr>
            <a:r>
              <a:rPr sz="1400">
                <a:solidFill>
                  <a:srgbClr val="FFFFFF"/>
                </a:solidFill>
              </a:rPr>
              <a:t>📦  Code source : ~/page-extractor/ (Angular 21 + Vanilla JS)</a:t>
            </a:r>
          </a:p>
          <a:p>
            <a:pPr>
              <a:spcBef>
                <a:spcPts val="400"/>
              </a:spcBef>
              <a:spcAft>
                <a:spcPts val="300"/>
              </a:spcAft>
            </a:pPr>
            <a:r>
              <a:rPr sz="1400">
                <a:solidFill>
                  <a:srgbClr val="FFFFFF"/>
                </a:solidFill>
              </a:rPr>
              <a:t>🔧  Build prod : ~/page-extractor/dist-chrome/ — charger en mode developpeur</a:t>
            </a:r>
          </a:p>
          <a:p>
            <a:pPr>
              <a:spcBef>
                <a:spcPts val="400"/>
              </a:spcBef>
              <a:spcAft>
                <a:spcPts val="300"/>
              </a:spcAft>
            </a:pPr>
            <a:r>
              <a:rPr sz="1400">
                <a:solidFill>
                  <a:srgbClr val="FFFFFF"/>
                </a:solidFill>
              </a:rPr>
              <a:t>📋  Prerequis : Angular CLI 21, Node.js 18+, Chrome 102+</a:t>
            </a:r>
          </a:p>
          <a:p>
            <a:pPr>
              <a:spcBef>
                <a:spcPts val="400"/>
              </a:spcBef>
              <a:spcAft>
                <a:spcPts val="300"/>
              </a:spcAft>
            </a:pPr>
            <a:r>
              <a:rPr sz="1400">
                <a:solidFill>
                  <a:srgbClr val="FFFFFF"/>
                </a:solidFill>
              </a:rPr>
              <a:t>🛡️  HTTPS uniquement — refus de l'envoi si le endpoint n'est pas en HTTPS</a:t>
            </a:r>
          </a:p>
          <a:p>
            <a:pPr>
              <a:spcBef>
                <a:spcPts val="400"/>
              </a:spcBef>
              <a:spcAft>
                <a:spcPts val="300"/>
              </a:spcAft>
            </a:pPr>
            <a:r>
              <a:rPr sz="1400">
                <a:solidFill>
                  <a:srgbClr val="FFFFFF"/>
                </a:solidFill>
              </a:rPr>
              <a:t>⚖️  RGPD : token stocke dans chrome.storage.session (efface a la fermeture)</a:t>
            </a:r>
          </a:p>
          <a:p>
            <a:pPr>
              <a:spcBef>
                <a:spcPts val="400"/>
              </a:spcBef>
              <a:spcAft>
                <a:spcPts val="300"/>
              </a:spcAft>
            </a:pPr>
            <a:r>
              <a:rPr sz="1400">
                <a:solidFill>
                  <a:srgbClr val="FFFFFF"/>
                </a:solidFill>
              </a:rPr>
              <a:t>🔜  v2 roadmap : IndexedDB, selection manuelle, export CSV/Markdown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